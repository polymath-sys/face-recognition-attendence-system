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040731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Face Recognition Attendance 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3813453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Automating Attendance with AI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4461272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Team: Aditya Pandey, Yash Vardhan Singh, Mehul Kujur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3798" y="5109091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College Name &amp; Date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3798" y="5775365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18" y="5782985"/>
            <a:ext cx="379690" cy="3796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2078" y="5756910"/>
            <a:ext cx="2340293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Aditya Pandey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32373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2395180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665923" y="2479953"/>
            <a:ext cx="27518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65923" y="2978587"/>
            <a:ext cx="275189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Manual attendance is slow, error-prone, and vulnerable to proxy risks.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726305" y="2395180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5528429" y="2479953"/>
            <a:ext cx="27518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28429" y="2978587"/>
            <a:ext cx="275189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AI-powered, contactless attendance tracking system.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3798" y="458271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665923" y="466748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65923" y="5166122"/>
            <a:ext cx="66142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face detection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665923" y="5622607"/>
            <a:ext cx="66142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MySQL database integration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65923" y="6079093"/>
            <a:ext cx="66142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CSV export/import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665923" y="6535579"/>
            <a:ext cx="66142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Admin-friendly GUI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1923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61414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Replace manual attendance with automated face recognition.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4070628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Achieve &gt;85% accuracy using LBPH algorithm.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527113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Prevent proxy attendance via biometric verification.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983599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4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User-friendly GUI for admins using Tkinter.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440085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5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Scalable for large classrooms.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256" y="561142"/>
            <a:ext cx="4976098" cy="579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256" y="1549122"/>
            <a:ext cx="1020366" cy="12244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0731" y="1753195"/>
            <a:ext cx="253055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Registration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040731" y="2165509"/>
            <a:ext cx="11875413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GUI to MySQL database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56" y="2773561"/>
            <a:ext cx="1020366" cy="12244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40731" y="2977634"/>
            <a:ext cx="249828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Face Data Collection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040731" y="3389947"/>
            <a:ext cx="11875413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100 samples per student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56" y="3998000"/>
            <a:ext cx="1020366" cy="12244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40731" y="4202073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Training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2040731" y="4614386"/>
            <a:ext cx="11875413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LBPH classifier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56" y="5222438"/>
            <a:ext cx="1020366" cy="12244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40731" y="5426512"/>
            <a:ext cx="247864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Detection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040731" y="5838825"/>
            <a:ext cx="11875413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Using OpenCV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256" y="6446877"/>
            <a:ext cx="1020366" cy="122443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40731" y="6650950"/>
            <a:ext cx="249924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Attendance Logging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2040731" y="7063264"/>
            <a:ext cx="11875413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CSV and database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860352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Technologies Used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2931795"/>
            <a:ext cx="7416403" cy="3437453"/>
          </a:xfrm>
          <a:prstGeom prst="roundRect">
            <a:avLst>
              <a:gd name="adj" fmla="val 1077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9038" y="2947035"/>
            <a:ext cx="7385923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125855" y="3102650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Face Detection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22627" y="3102650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Haar Cascade (OpenCV)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79038" y="3628430"/>
            <a:ext cx="7385923" cy="6813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25855" y="3784044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Face Recognition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822627" y="3784044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LBPH Algorithm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79038" y="4309824"/>
            <a:ext cx="7385923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25855" y="4465439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822627" y="4465439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MySQL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79038" y="4991219"/>
            <a:ext cx="7385923" cy="6813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25855" y="5146834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GUI Framework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822627" y="5146834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Tkinter (Python)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79038" y="5672614"/>
            <a:ext cx="7385923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125855" y="5828228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Backend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822627" y="5828228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Python, OpenCV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4806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Snippets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50198" y="271950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459617" y="2786836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152323" y="2804279"/>
            <a:ext cx="27518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Face Detection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52323" y="3302913"/>
            <a:ext cx="275189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face_cascade = cv2.CascadeClassifier("haarcascade.xml")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212705" y="271950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10322123" y="2786836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1014829" y="2804279"/>
            <a:ext cx="275189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Insertion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014829" y="3653552"/>
            <a:ext cx="2751892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cursor.execute("INSERT INTO student VALUES (%s,%s,%s,%s,%s,%s,%s)", (rollno, dept, ...))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198" y="562784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459617" y="5695176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152323" y="5712619"/>
            <a:ext cx="302299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Attendance Logging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52323" y="6211253"/>
            <a:ext cx="66142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f.write(f"{roll},{dept},{datetime.now()},Present")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4188500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&amp; Training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525994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973217" y="5327273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65923" y="53447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65923" y="5843349"/>
            <a:ext cx="549509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100 images per student named data/user.{rollno}.{id}.jpg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69505" y="525994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7578923" y="5327273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271629" y="53447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 Steps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71629" y="5843349"/>
            <a:ext cx="549509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Convert images to grayscale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71629" y="6299835"/>
            <a:ext cx="549509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Extract LBPH features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71629" y="6756321"/>
            <a:ext cx="549509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Train model → classifier.xml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471732"/>
            <a:ext cx="671179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Results &amp; Performance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78999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Accuracy &amp; Speed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3387447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85-90% accuracy in good lighting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3979664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10-15 FPS with standard webcam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2789992"/>
            <a:ext cx="326969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Storage &amp; Comparison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3929" y="3387447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stored in MySQL and CSV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623929" y="4035266"/>
            <a:ext cx="6150293" cy="2444829"/>
          </a:xfrm>
          <a:prstGeom prst="roundRect">
            <a:avLst>
              <a:gd name="adj" fmla="val 1514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9169" y="4050506"/>
            <a:ext cx="6119098" cy="10515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86819" y="4206121"/>
            <a:ext cx="15419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Metric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930051" y="4206121"/>
            <a:ext cx="153816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Manual System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969472" y="4206121"/>
            <a:ext cx="15419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Our System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639169" y="5102066"/>
            <a:ext cx="6119098" cy="6813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886819" y="5257681"/>
            <a:ext cx="15419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Speed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930051" y="5257681"/>
            <a:ext cx="15381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Slow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969472" y="5257681"/>
            <a:ext cx="15419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639169" y="5783461"/>
            <a:ext cx="6119098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886819" y="5939076"/>
            <a:ext cx="15419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Proxy Risk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930051" y="5939076"/>
            <a:ext cx="15381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969472" y="5939076"/>
            <a:ext cx="15419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Low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541746"/>
            <a:ext cx="673655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Challenges &amp; Solutions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50198" y="3613190"/>
            <a:ext cx="7416403" cy="2074664"/>
          </a:xfrm>
          <a:prstGeom prst="roundRect">
            <a:avLst>
              <a:gd name="adj" fmla="val 1785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65438" y="3628430"/>
            <a:ext cx="7385923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2255" y="3784044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Challenge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309027" y="3784044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65438" y="4309824"/>
            <a:ext cx="7385923" cy="6813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612255" y="4465439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Low-light faces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309027" y="4465439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Adaptive thresholding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65438" y="4991219"/>
            <a:ext cx="7385923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12255" y="5146834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False recognitions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309027" y="5146834"/>
            <a:ext cx="319551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Multi-sample training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37863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Work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50198" y="345007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7152323" y="3534847"/>
            <a:ext cx="27518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Deep Learning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52323" y="4033480"/>
            <a:ext cx="275189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CNN for better accuracy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212705" y="345007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1014829" y="3534847"/>
            <a:ext cx="27518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Mobile App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014829" y="4033480"/>
            <a:ext cx="275189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Android and iOS platforms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198" y="4897279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7152323" y="498205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Sync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52323" y="5480685"/>
            <a:ext cx="66142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Integration with AWS and Azure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2025-05-05T05:20:54Z</dcterms:created>
  <dcterms:modified xsi:type="dcterms:W3CDTF">2025-05-05T05:20:54Z</dcterms:modified>
</cp:coreProperties>
</file>