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4630400" cy="8229600"/>
  <p:notesSz cx="8229600" cy="14630400"/>
  <p:embeddedFontLst>
    <p:embeddedFont>
      <p:font typeface="Crimson Pro Semi Bold" panose="020B0604020202020204" charset="0"/>
      <p:regular r:id="rId14"/>
    </p:embeddedFont>
    <p:embeddedFont>
      <p:font typeface="Heebo" pitchFamily="2" charset="-79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902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7E54-7B41-DDA7-A802-E6D8B488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D4F94-36BC-B14B-6752-C4020968D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CD19E-218C-13FD-E7D7-3DB3C6D57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33814-D9F2-EE3D-D26F-9A1D6786C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56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103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Face Recognition Attendance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681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Automating Attendance Tracking with AI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Team: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Aditya Pandey		102303968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Yash Vardhan Singh	102303725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Mehul Kujur		102303712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2013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Thapar Institute Of Engineering and Technology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756440" y="5722263"/>
            <a:ext cx="220765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Manual System Issues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Time-consuming roll calls delay classes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Proxy attendance by friends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Human errors and lost records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AI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AI-based facial recognition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physical contact, post-pandemic safe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17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Automate Attendance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face detection replaces paper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3776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 Accuracy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1142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 85% recognition rate with LBPH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9419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6948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Prevent Fraud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Biometric verification stops proxy attendance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0604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70809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 GUI to add students and view logs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667" y="499086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55481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481" y="570809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Supports 1000+ students with MySQL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782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Workflow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16762"/>
            <a:ext cx="963930" cy="115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6922" y="190952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Admin Adds Student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46922" y="2326362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Uploads photo, roll number, department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873573"/>
            <a:ext cx="963930" cy="11568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6922" y="306633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Face Data Collection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046922" y="3483173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Captures 100 images per student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0385"/>
            <a:ext cx="963930" cy="11568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6922" y="422314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 Training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46922" y="4639985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LBPH creates unique face signature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87196"/>
            <a:ext cx="963930" cy="11568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6922" y="53799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Detection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2046922" y="5796796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Camera matches faces with database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344007"/>
            <a:ext cx="963930" cy="11568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6922" y="653676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Attendance Logged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2046922" y="6953607"/>
            <a:ext cx="117896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Auto-saves to CSV/MySQL with timestamp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26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98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Face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79533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OpenCV Haar Cascade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298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Face Recognition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3879533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LBPH Algorithm: lightweight, accurate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298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3879533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MySQL stores roll numbers, departments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298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GUI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3879533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Tkinter, Python-compatible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149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8440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+ OpenCV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08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Code Highlights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017306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Face Detection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86810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detectMultiScale for real-time face detection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37319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386810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Insert student data into MySQL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0475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17306" y="5125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Attendance Logging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61582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Append attendance with timestamp to CSV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&amp; Training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Folder: data/ with user.{rollno}.{id}.jpg files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Training Process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 images to grayscale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 LBPH features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Save model as classifier.xml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20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 &amp;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803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Accuracy: 85-90% in good lighting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225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Speed: 10-15 faces/second at 720p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647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Storage: MySQL handles 10,000+ records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069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CSV for daily backups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599521" y="3656171"/>
            <a:ext cx="6244709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07141" y="3663791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34789" y="380750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Metric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914573" y="3807500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Traditional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990546" y="3807500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System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607141" y="4314111"/>
            <a:ext cx="622875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34789" y="4457819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Time/Student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914573" y="4457819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 sec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990546" y="4457819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sec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607141" y="4964430"/>
            <a:ext cx="622875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34789" y="5108138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Proxy Risk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914573" y="5108138"/>
            <a:ext cx="1614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990546" y="5108138"/>
            <a:ext cx="1618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None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820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Challenges &amp; Fixes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31012"/>
            <a:ext cx="75564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1410" y="3338632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8224" y="348234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Challenge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348234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Solution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988951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28224" y="413265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Low-light recognition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413265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thresholding added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463927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282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False positives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Increased training samples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528959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28224" y="54332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lag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54332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Batch processing implemented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58DA-8FE1-561C-0BF7-7E3BA80E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0BA1013-AB9D-728E-DF50-CEE59DFA3FC9}"/>
              </a:ext>
            </a:extLst>
          </p:cNvPr>
          <p:cNvSpPr/>
          <p:nvPr/>
        </p:nvSpPr>
        <p:spPr>
          <a:xfrm>
            <a:off x="3146572" y="11930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</a:rPr>
              <a:t>Test Metrics</a:t>
            </a:r>
            <a:endParaRPr lang="en-US" sz="44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A2E131-3229-AA2D-E14D-712B14F06F9B}"/>
              </a:ext>
            </a:extLst>
          </p:cNvPr>
          <p:cNvSpPr txBox="1"/>
          <p:nvPr/>
        </p:nvSpPr>
        <p:spPr>
          <a:xfrm>
            <a:off x="3064379" y="2277860"/>
            <a:ext cx="5270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Face Detection Report:</a:t>
            </a:r>
          </a:p>
          <a:p>
            <a:r>
              <a:rPr lang="en-US" sz="2800" dirty="0"/>
              <a:t>- Precision: 0.89</a:t>
            </a:r>
          </a:p>
          <a:p>
            <a:r>
              <a:rPr lang="en-US" sz="2800" dirty="0"/>
              <a:t>- Recall: 0.92</a:t>
            </a:r>
          </a:p>
          <a:p>
            <a:r>
              <a:rPr lang="en-US" sz="2800" dirty="0"/>
              <a:t>- F1-Score: 0.90</a:t>
            </a:r>
          </a:p>
          <a:p>
            <a:endParaRPr lang="en-US" sz="2800" dirty="0"/>
          </a:p>
          <a:p>
            <a:r>
              <a:rPr lang="en-US" sz="2800" dirty="0"/>
              <a:t>LBPH Recognition Accuracy: 87.5%</a:t>
            </a:r>
          </a:p>
          <a:p>
            <a:r>
              <a:rPr lang="en-US" sz="2800" dirty="0"/>
              <a:t>FPS: 12.3</a:t>
            </a:r>
          </a:p>
          <a:p>
            <a:r>
              <a:rPr lang="en-US" sz="2800" dirty="0"/>
              <a:t>Noise Robustness: 8% drop (Gaussian)</a:t>
            </a:r>
          </a:p>
          <a:p>
            <a:r>
              <a:rPr lang="en-US" sz="2800" dirty="0"/>
              <a:t>Database Query: 0.32 sec</a:t>
            </a:r>
          </a:p>
        </p:txBody>
      </p:sp>
    </p:spTree>
    <p:extLst>
      <p:ext uri="{BB962C8B-B14F-4D97-AF65-F5344CB8AC3E}">
        <p14:creationId xmlns:p14="http://schemas.microsoft.com/office/powerpoint/2010/main" val="545053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Scope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096453"/>
            <a:ext cx="30480" cy="5085636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73612" y="233636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8860" y="21389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2024: Mobile App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83011" y="2664738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Android/iOS attendance marking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372117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8860" y="352377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2025: Cloud Sync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83011" y="404955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logs on AWS/Azure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5105995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8860" y="490859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Deep Learning Upgrade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83011" y="543437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CNN for 95%+ accuracy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273612" y="649081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8860" y="62934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2183011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Multi-Factor Auth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183011" y="681918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Face + RFID/NFC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391</Words>
  <Application>Microsoft Office PowerPoint</Application>
  <PresentationFormat>Custom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Heebo</vt:lpstr>
      <vt:lpstr>Crimson Pro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Pandey</cp:lastModifiedBy>
  <cp:revision>4</cp:revision>
  <dcterms:created xsi:type="dcterms:W3CDTF">2025-05-05T05:48:42Z</dcterms:created>
  <dcterms:modified xsi:type="dcterms:W3CDTF">2025-05-06T16:29:32Z</dcterms:modified>
</cp:coreProperties>
</file>