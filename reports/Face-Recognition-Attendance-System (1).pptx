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531739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Face Recognition Attendance System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3304461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Automating Attendance Tracking with AI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3952280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Team Members: Aditya Pandey (102303968), Yash Vardhan Singh (102303725), Mehul Kujur (102303712)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198" y="4970264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College/University Name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198" y="5618083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198" y="6284357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818" y="6291977"/>
            <a:ext cx="379690" cy="3796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68478" y="6265902"/>
            <a:ext cx="2340293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Aditya Pandey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5940" y="672822"/>
            <a:ext cx="4724519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855940" y="1575078"/>
            <a:ext cx="7432119" cy="1147286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063704" y="1782842"/>
            <a:ext cx="23622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063704" y="2202775"/>
            <a:ext cx="7016591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Manual attendance is slow and error-prone.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55940" y="2930128"/>
            <a:ext cx="7432119" cy="1147286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063704" y="3137892"/>
            <a:ext cx="23622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63704" y="3557826"/>
            <a:ext cx="7016591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Automate attendance using face recognition AI.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55940" y="4285178"/>
            <a:ext cx="7432119" cy="1916430"/>
          </a:xfrm>
          <a:prstGeom prst="roundRect">
            <a:avLst>
              <a:gd name="adj" fmla="val 162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063704" y="4492942"/>
            <a:ext cx="23622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Benefits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063704" y="4912876"/>
            <a:ext cx="7016591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Improved accuracy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3704" y="5297448"/>
            <a:ext cx="7016591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Increased efficiency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63704" y="5682020"/>
            <a:ext cx="7016591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Real-time attendance data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55940" y="6409373"/>
            <a:ext cx="7432119" cy="1147286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1063704" y="6617137"/>
            <a:ext cx="23622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Goal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1063704" y="7037070"/>
            <a:ext cx="7016591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Demonstrate feasibility and effectiveness of the system.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47221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79047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Components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387929"/>
            <a:ext cx="389894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Camera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844415"/>
            <a:ext cx="389894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Processing Unit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300901"/>
            <a:ext cx="389894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Database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72576" y="379047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Workflow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72576" y="4387929"/>
            <a:ext cx="389894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Face Detection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72576" y="4844415"/>
            <a:ext cx="389894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Recognition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372576" y="5300901"/>
            <a:ext cx="389894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Attendance Marking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81354" y="379047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81354" y="4387929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Deep learning and computer vision techniques power the system.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95655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3151465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665923" y="3236238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Programming Language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65923" y="4085511"/>
            <a:ext cx="32931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Python 3.9 for flexibility and support.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67563" y="3151465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069687" y="3236238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Deep Learning Libraries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69687" y="4085511"/>
            <a:ext cx="32931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TensorFlow 2.0 and Keras for model building.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71328" y="3151465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473452" y="3236238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Face Recognition Tools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73452" y="4085511"/>
            <a:ext cx="32931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OpenCV and Dlib for image processing and detection.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3798" y="531947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665923" y="540424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65923" y="5902881"/>
            <a:ext cx="549509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MySQL stores and manages student records.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69505" y="5319474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8271629" y="540424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Algorithm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71629" y="5902881"/>
            <a:ext cx="549509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VGG16 architecture for facial recognition.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490668"/>
            <a:ext cx="6953607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 Details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808928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Face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406384"/>
            <a:ext cx="277403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Haar cascades achieve 95% detection accuracy.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247674" y="3808928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Extraction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47674" y="4406384"/>
            <a:ext cx="277403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CNNs extract distinctive facial features.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31549" y="3808928"/>
            <a:ext cx="277403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Recognition Method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31549" y="4757023"/>
            <a:ext cx="277403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Euclidean distance with 0.6 threshold for matching.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015424" y="3808928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Enrollment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5424" y="4406384"/>
            <a:ext cx="277403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Capture and store unique facial embeddings securely.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090851"/>
            <a:ext cx="7187089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 and Testing Data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350198" y="2108716"/>
            <a:ext cx="527566" cy="52756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454080" y="2172593"/>
            <a:ext cx="319683" cy="39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112198" y="2189321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112198" y="2662952"/>
            <a:ext cx="6654403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200+ images per student, 98% accurately labeled.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50198" y="3483412"/>
            <a:ext cx="527566" cy="52756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454080" y="3547289"/>
            <a:ext cx="319683" cy="39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112198" y="3564017"/>
            <a:ext cx="2768441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Augmentation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7112198" y="4037648"/>
            <a:ext cx="6654403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Rotation, zoom, and lighting variations applied.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350198" y="4858107"/>
            <a:ext cx="527566" cy="52756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6454080" y="4921984"/>
            <a:ext cx="319683" cy="39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7112198" y="4938713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 Split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7112198" y="5412343"/>
            <a:ext cx="6654403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80% data for training, 20% for testing.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350198" y="6232803"/>
            <a:ext cx="527566" cy="52756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6454080" y="6296680"/>
            <a:ext cx="319683" cy="39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7112198" y="6313408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Metrics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112198" y="6787039"/>
            <a:ext cx="6654403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Evaluated with accuracy, precision, recall, F1-score.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490668"/>
            <a:ext cx="6712387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Results and Evaluation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808928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Accuracy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406384"/>
            <a:ext cx="277403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System achieves 98.5% accuracy on test data.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247674" y="3808928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47674" y="4406384"/>
            <a:ext cx="277403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Recognition under 0.5 seconds per face.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31549" y="3808928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Comparison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31549" y="4406384"/>
            <a:ext cx="277403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Outperforms manual attendance in precision and speed.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015424" y="3808928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5424" y="4406384"/>
            <a:ext cx="277403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Graphs depict error rates and processing times.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1417" y="676870"/>
            <a:ext cx="7059930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Challenges and Solutions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861417" y="1691997"/>
            <a:ext cx="7421166" cy="1290876"/>
          </a:xfrm>
          <a:prstGeom prst="roundRect">
            <a:avLst>
              <a:gd name="adj" fmla="val 271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095256" y="1925836"/>
            <a:ext cx="275486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Lighting Conditions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095256" y="2398276"/>
            <a:ext cx="6953488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Adaptive thresholding for varied illumination.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1417" y="3216712"/>
            <a:ext cx="7421166" cy="1290876"/>
          </a:xfrm>
          <a:prstGeom prst="roundRect">
            <a:avLst>
              <a:gd name="adj" fmla="val 271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095256" y="3450550"/>
            <a:ext cx="2657237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Occlusion Issues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95256" y="3922990"/>
            <a:ext cx="6953488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Enhanced feature extraction handles glasses and hats.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1417" y="4741426"/>
            <a:ext cx="7421166" cy="1290876"/>
          </a:xfrm>
          <a:prstGeom prst="roundRect">
            <a:avLst>
              <a:gd name="adj" fmla="val 271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095256" y="4975265"/>
            <a:ext cx="2657237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Angle Variation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1095256" y="5447705"/>
            <a:ext cx="6953488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3D modeling and multi-angle capture improve recognition.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61417" y="6266140"/>
            <a:ext cx="7421166" cy="1290876"/>
          </a:xfrm>
          <a:prstGeom prst="roundRect">
            <a:avLst>
              <a:gd name="adj" fmla="val 2717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1095256" y="6499979"/>
            <a:ext cx="299549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Processing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095256" y="6972419"/>
            <a:ext cx="6953488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Optimized algorithms for limited hardware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74414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Scope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198" y="1815584"/>
            <a:ext cx="566618" cy="5666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0198" y="2629019"/>
            <a:ext cx="22664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Mobile App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350198" y="3127653"/>
            <a:ext cx="22664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Remote attendance tracking capability.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163" y="1815584"/>
            <a:ext cx="566618" cy="5666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25163" y="2629019"/>
            <a:ext cx="2266474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Integration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25163" y="3478292"/>
            <a:ext cx="2266474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Connects with existing student systems.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0128" y="1815584"/>
            <a:ext cx="566618" cy="5666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0128" y="2629019"/>
            <a:ext cx="22664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0128" y="3127653"/>
            <a:ext cx="22664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Advanced anti-spoofing measures.</a:t>
            </a:r>
            <a:endParaRPr lang="en-US" sz="1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198" y="5082421"/>
            <a:ext cx="566618" cy="56661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50198" y="5895856"/>
            <a:ext cx="2266474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Expansion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350198" y="6745129"/>
            <a:ext cx="226647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Supports larger student populations.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1297" y="668774"/>
            <a:ext cx="5527834" cy="690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4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97" y="1724501"/>
            <a:ext cx="1216104" cy="14593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32209" y="1967627"/>
            <a:ext cx="2763917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Automation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432209" y="2458879"/>
            <a:ext cx="5860494" cy="364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system replaces manual attendance with AI.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97" y="3183850"/>
            <a:ext cx="1216104" cy="14593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32209" y="3426976"/>
            <a:ext cx="2763917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432209" y="3918228"/>
            <a:ext cx="5860494" cy="364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Delivers high accuracy and efficiency.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97" y="4643199"/>
            <a:ext cx="1216104" cy="14593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32209" y="4886325"/>
            <a:ext cx="2763917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Adoption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432209" y="5377577"/>
            <a:ext cx="5860494" cy="364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Ready for implementation in education.</a:t>
            </a:r>
            <a:endParaRPr lang="en-US" sz="1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297" y="6102548"/>
            <a:ext cx="1216104" cy="145934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432209" y="6345674"/>
            <a:ext cx="2763917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2432209" y="6836926"/>
            <a:ext cx="5860494" cy="364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Open for questions and discussion.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2025-05-05T05:31:48Z</dcterms:created>
  <dcterms:modified xsi:type="dcterms:W3CDTF">2025-05-05T05:31:48Z</dcterms:modified>
</cp:coreProperties>
</file>